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Revenue in Millions (USD)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Enterprise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12.5</c:v>
                </c:pt>
                <c:pt idx="1">
                  <c:v>16.8</c:v>
                </c:pt>
                <c:pt idx="2">
                  <c:v>19.4</c:v>
                </c:pt>
                <c:pt idx="3">
                  <c:v>24.1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SMB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8.2</c:v>
                </c:pt>
                <c:pt idx="1">
                  <c:v>10.5</c:v>
                </c:pt>
                <c:pt idx="2">
                  <c:v>11.8</c:v>
                </c:pt>
                <c:pt idx="3">
                  <c:v>14.3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latin typeface="Calibri"/>
              </a:rPr>
              <a:t>Quarterly Revenue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latin typeface="Calibri"/>
              </a:rPr>
              <a:t>Year-over-Year comparison across business units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2011680"/>
          <a:ext cx="731520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