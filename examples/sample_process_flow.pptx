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latin typeface="Calibri"/>
              </a:rPr>
              <a:t>Customer Onboarding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Four-phase journey from signup to product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" y="3086100"/>
            <a:ext cx="1554480" cy="100584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Calibri"/>
              </a:rPr>
              <a:t>1. Registration</a:t>
            </a:r>
          </a:p>
          <a:p>
            <a:r>
              <a:rPr sz="1000" b="0" i="0">
                <a:latin typeface="Calibri"/>
              </a:rPr>
              <a:t>Account creation &amp; email verification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15184" y="3525012"/>
            <a:ext cx="164592" cy="128016"/>
          </a:xfrm>
          <a:prstGeom prst="rightArrow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57500" y="3086100"/>
            <a:ext cx="1554480" cy="100584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Calibri"/>
              </a:rPr>
              <a:t>2. Profile Setup</a:t>
            </a:r>
          </a:p>
          <a:p>
            <a:r>
              <a:rPr sz="1000" b="0" i="0">
                <a:latin typeface="Calibri"/>
              </a:rPr>
              <a:t>Import team data and customize workspace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9704" y="3525012"/>
            <a:ext cx="164592" cy="128016"/>
          </a:xfrm>
          <a:prstGeom prst="rightArrow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32020" y="3086100"/>
            <a:ext cx="1554480" cy="100584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Calibri"/>
              </a:rPr>
              <a:t>3. Integration</a:t>
            </a:r>
          </a:p>
          <a:p>
            <a:r>
              <a:rPr sz="1000" b="0" i="0">
                <a:latin typeface="Calibri"/>
              </a:rPr>
              <a:t>Connect cloud storage and API webhooks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64224" y="3525012"/>
            <a:ext cx="164592" cy="128016"/>
          </a:xfrm>
          <a:prstGeom prst="rightArrow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06540" y="3086100"/>
            <a:ext cx="1554480" cy="100584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Calibri"/>
              </a:rPr>
              <a:t>4. Activation</a:t>
            </a:r>
          </a:p>
          <a:p>
            <a:r>
              <a:rPr sz="1000" b="0" i="0">
                <a:latin typeface="Calibri"/>
              </a:rPr>
              <a:t>Launch first automated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